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Plus Jakarta Sans"/>
      <ns0:bold ns1:id="rIdFont12"/>
      <ns0:regular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80f7c4e6-c982-4d71-a005-a311058e4b69.fntdata" /><ns0:Relationship Id="rIdFont13" Type="http://schemas.openxmlformats.org/officeDocument/2006/relationships/font" Target="fonts/99e7d650-70d3-4bc6-8483-49f91f3f699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790926"/>
            <a:ext cx="85725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790926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09823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324123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971823"/>
            <a:ext cx="9101137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Plus Jakarta Sans"/>
              </a:rPr>
              <a:t>Auto Insurance 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41365"/>
            <a:ext cx="77152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End-to-end vehicle insurance workflow using Angular and ASP.NET Core microservices.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1338411"/>
            <a:ext cx="1774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PROJECT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105251"/>
            <a:ext cx="2297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429101"/>
            <a:ext cx="2297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Plus Jakarta Sans"/>
              </a:rPr>
              <a:t>[Student / Team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5125" y="5105251"/>
            <a:ext cx="1400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PROJECT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5125" y="5429101"/>
            <a:ext cx="1400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Plus Jakarta Sans"/>
              </a:rPr>
              <a:t>[Guide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750" y="5105251"/>
            <a:ext cx="178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INSTITUTION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750" y="5429101"/>
            <a:ext cx="1785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Plus Jakarta Sans"/>
              </a:rPr>
              <a:t>[Institution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66900"/>
            <a:ext cx="3454449" cy="43815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866900"/>
            <a:ext cx="3454449" cy="43815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866900"/>
            <a:ext cx="3454449" cy="43815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257425"/>
            <a:ext cx="2673399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2257425"/>
            <a:ext cx="2673399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624" y="2257425"/>
            <a:ext cx="2673399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Manual hand-offs break the insurance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2790825"/>
            <a:ext cx="350883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Fragmented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228975"/>
            <a:ext cx="27686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Disconnected data across customer profiling, quoting, and claims.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9374" y="2790825"/>
            <a:ext cx="350883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Unclear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9374" y="3228975"/>
            <a:ext cx="276864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Agents, underwriters, and claims officers operate in silos.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624" y="2790825"/>
            <a:ext cx="350883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Weak 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8624" y="3228975"/>
            <a:ext cx="27686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Difficult to track policy status from initial quote to final settlement.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09862" y="3586162"/>
            <a:ext cx="6772275" cy="2066925"/>
          </a:xfrm>
          <a:prstGeom prst="roundRect">
            <a:avLst>
              <a:gd name="adj" fmla="val 7373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7650" y="4052887"/>
            <a:ext cx="762000" cy="76200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2" y="4505325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487" y="4505325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4052887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5" y="4052887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425" y="4281487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075" y="4281487"/>
            <a:ext cx="3810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4281487"/>
            <a:ext cx="3429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9488"/>
                </a:solidFill>
                <a:latin typeface="Plus Jakarta Sans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23925"/>
            <a:ext cx="11582400" cy="1457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FFFFF"/>
                </a:solidFill>
                <a:latin typeface="Plus Jakarta Sans"/>
              </a:rPr>
              <a:t>One customer journey.</a:t>
            </a:r>
            <a:r>
              <a:t>
</a:t>
            </a:r>
            <a:r>
              <a:rPr b="1" sz="3000" i="0" u="none">
                <a:solidFill>
                  <a:srgbClr val="FFFFFF"/>
                </a:solidFill>
                <a:latin typeface="Plus Jakarta Sans"/>
              </a:rPr>
              <a:t> Clear service ownership.</a:t>
            </a:r>
            <a:r>
              <a:t>
</a:t>
            </a:r>
            <a:r>
              <a:rPr b="1" sz="3000" i="0" u="none">
                <a:solidFill>
                  <a:srgbClr val="FFFFFF"/>
                </a:solidFill>
                <a:latin typeface="Plus Jakarta Sans"/>
              </a:rPr>
              <a:t> Controlled hand-offs.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6587" y="4967287"/>
            <a:ext cx="1988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Unified Role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5462" y="4967287"/>
            <a:ext cx="1323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1887" y="4967287"/>
            <a:ext cx="1916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6 Isolated Domains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9375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619375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19375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619375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171950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9950" y="4171950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4171950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10650" y="4171950"/>
            <a:ext cx="257175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57500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85750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857500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2857500"/>
            <a:ext cx="1714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410075"/>
            <a:ext cx="2857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8075" y="4410075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4410075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8775" y="4410075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PLATFORM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Functional scope at a glance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23850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Identity &amp;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533775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JWT registration and roles.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075" y="323850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Customer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075" y="3533775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Driver and vehicle profiles.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323850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Agent Assignment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3533775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Dedicated support linking.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775" y="323850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Quotes &amp; Pricing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775" y="3533775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Coverage configuration.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479107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Underwriting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50863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Risk review decisions.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8075" y="479107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Policy &amp; 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48075" y="50863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Issuance and installments.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8425" y="479107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Claims Handling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8425" y="50863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Submission to settlement.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8775" y="479107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Admin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8775" y="50863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System oversight mapping.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239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User roles and responsibilities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